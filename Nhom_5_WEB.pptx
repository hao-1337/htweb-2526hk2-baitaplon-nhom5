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85" r:id="rId3"/>
    <p:sldId id="257" r:id="rId4"/>
    <p:sldId id="287" r:id="rId5"/>
    <p:sldId id="288" r:id="rId6"/>
    <p:sldId id="289" r:id="rId7"/>
    <p:sldId id="290" r:id="rId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55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17" d="100"/>
          <a:sy n="117" d="100"/>
        </p:scale>
        <p:origin x="95" y="3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ng Hao" userId="43c94eade7a1fba8" providerId="LiveId" clId="{29A7A66F-1FFE-40D6-BD48-BC753ABCF831}"/>
    <pc:docChg chg="custSel modSld">
      <pc:chgData name="Quang Hao" userId="43c94eade7a1fba8" providerId="LiveId" clId="{29A7A66F-1FFE-40D6-BD48-BC753ABCF831}" dt="2026-05-12T04:11:30.168" v="1" actId="26606"/>
      <pc:docMkLst>
        <pc:docMk/>
      </pc:docMkLst>
      <pc:sldChg chg="modSp mod">
        <pc:chgData name="Quang Hao" userId="43c94eade7a1fba8" providerId="LiveId" clId="{29A7A66F-1FFE-40D6-BD48-BC753ABCF831}" dt="2026-05-12T04:11:30.168" v="1" actId="26606"/>
        <pc:sldMkLst>
          <pc:docMk/>
          <pc:sldMk cId="0" sldId="256"/>
        </pc:sldMkLst>
        <pc:spChg chg="mod">
          <ac:chgData name="Quang Hao" userId="43c94eade7a1fba8" providerId="LiveId" clId="{29A7A66F-1FFE-40D6-BD48-BC753ABCF831}" dt="2026-05-12T04:11:30.168" v="1" actId="26606"/>
          <ac:spMkLst>
            <pc:docMk/>
            <pc:sldMk cId="0" sldId="256"/>
            <ac:spMk id="6" creationId="{00000000-0000-0000-0000-000000000000}"/>
          </ac:spMkLst>
        </pc:spChg>
        <pc:grpChg chg="add mod">
          <ac:chgData name="Quang Hao" userId="43c94eade7a1fba8" providerId="LiveId" clId="{29A7A66F-1FFE-40D6-BD48-BC753ABCF831}" dt="2026-05-12T04:11:30.168" v="1" actId="26606"/>
          <ac:grpSpMkLst>
            <pc:docMk/>
            <pc:sldMk cId="0" sldId="256"/>
            <ac:grpSpMk id="5" creationId="{00000000-0000-0000-0000-000000000000}"/>
          </ac:grpSpMkLst>
        </pc:grpChg>
      </pc:sldChg>
      <pc:sldChg chg="modSp mod">
        <pc:chgData name="Quang Hao" userId="43c94eade7a1fba8" providerId="LiveId" clId="{29A7A66F-1FFE-40D6-BD48-BC753ABCF831}" dt="2026-05-12T04:11:30.168" v="1" actId="26606"/>
        <pc:sldMkLst>
          <pc:docMk/>
          <pc:sldMk cId="0" sldId="257"/>
        </pc:sldMkLst>
        <pc:spChg chg="mod">
          <ac:chgData name="Quang Hao" userId="43c94eade7a1fba8" providerId="LiveId" clId="{29A7A66F-1FFE-40D6-BD48-BC753ABCF831}" dt="2026-05-12T04:11:30.168" v="1" actId="26606"/>
          <ac:spMkLst>
            <pc:docMk/>
            <pc:sldMk cId="0" sldId="257"/>
            <ac:spMk id="5" creationId="{00000000-0000-0000-0000-000000000000}"/>
          </ac:spMkLst>
        </pc:spChg>
        <pc:spChg chg="mod">
          <ac:chgData name="Quang Hao" userId="43c94eade7a1fba8" providerId="LiveId" clId="{29A7A66F-1FFE-40D6-BD48-BC753ABCF831}" dt="2026-05-12T04:11:30.168" v="1" actId="26606"/>
          <ac:spMkLst>
            <pc:docMk/>
            <pc:sldMk cId="0" sldId="257"/>
            <ac:spMk id="141" creationId="{00000000-0000-0000-0000-000000000000}"/>
          </ac:spMkLst>
        </pc:spChg>
        <pc:picChg chg="mod">
          <ac:chgData name="Quang Hao" userId="43c94eade7a1fba8" providerId="LiveId" clId="{29A7A66F-1FFE-40D6-BD48-BC753ABCF831}" dt="2026-05-12T04:11:30.168" v="1" actId="26606"/>
          <ac:picMkLst>
            <pc:docMk/>
            <pc:sldMk cId="0" sldId="257"/>
            <ac:picMk id="16" creationId="{00000000-0000-0000-0000-000000000000}"/>
          </ac:picMkLst>
        </pc:picChg>
      </pc:sldChg>
      <pc:sldChg chg="addSp delSp modSp mod">
        <pc:chgData name="Quang Hao" userId="43c94eade7a1fba8" providerId="LiveId" clId="{29A7A66F-1FFE-40D6-BD48-BC753ABCF831}" dt="2026-05-12T04:11:30.168" v="1" actId="26606"/>
        <pc:sldMkLst>
          <pc:docMk/>
          <pc:sldMk cId="0" sldId="285"/>
        </pc:sldMkLst>
        <pc:spChg chg="mod">
          <ac:chgData name="Quang Hao" userId="43c94eade7a1fba8" providerId="LiveId" clId="{29A7A66F-1FFE-40D6-BD48-BC753ABCF831}" dt="2026-05-12T04:11:30.168" v="1" actId="26606"/>
          <ac:spMkLst>
            <pc:docMk/>
            <pc:sldMk cId="0" sldId="285"/>
            <ac:spMk id="2" creationId="{00000000-0000-0000-0000-000000000000}"/>
          </ac:spMkLst>
        </pc:spChg>
        <pc:spChg chg="mod">
          <ac:chgData name="Quang Hao" userId="43c94eade7a1fba8" providerId="LiveId" clId="{29A7A66F-1FFE-40D6-BD48-BC753ABCF831}" dt="2026-05-12T04:11:30.168" v="1" actId="26606"/>
          <ac:spMkLst>
            <pc:docMk/>
            <pc:sldMk cId="0" sldId="285"/>
            <ac:spMk id="4" creationId="{00000000-0000-0000-0000-000000000000}"/>
          </ac:spMkLst>
        </pc:spChg>
        <pc:spChg chg="mod replId">
          <ac:chgData name="Quang Hao" userId="43c94eade7a1fba8" providerId="LiveId" clId="{29A7A66F-1FFE-40D6-BD48-BC753ABCF831}" dt="2026-05-12T04:11:30.128" v="0" actId="26606"/>
          <ac:spMkLst>
            <pc:docMk/>
            <pc:sldMk cId="0" sldId="285"/>
            <ac:spMk id="6" creationId="{00000000-0000-0000-0000-000000000000}"/>
          </ac:spMkLst>
        </pc:spChg>
        <pc:spChg chg="mod replId">
          <ac:chgData name="Quang Hao" userId="43c94eade7a1fba8" providerId="LiveId" clId="{29A7A66F-1FFE-40D6-BD48-BC753ABCF831}" dt="2026-05-12T04:11:30.128" v="0" actId="26606"/>
          <ac:spMkLst>
            <pc:docMk/>
            <pc:sldMk cId="0" sldId="285"/>
            <ac:spMk id="7" creationId="{00000000-0000-0000-0000-000000000000}"/>
          </ac:spMkLst>
        </pc:spChg>
        <pc:grpChg chg="add">
          <ac:chgData name="Quang Hao" userId="43c94eade7a1fba8" providerId="LiveId" clId="{29A7A66F-1FFE-40D6-BD48-BC753ABCF831}" dt="2026-05-12T04:11:30.168" v="1" actId="26606"/>
          <ac:grpSpMkLst>
            <pc:docMk/>
            <pc:sldMk cId="0" sldId="285"/>
            <ac:grpSpMk id="5" creationId="{00000000-0000-0000-0000-000000000000}"/>
          </ac:grpSpMkLst>
        </pc:grpChg>
        <pc:grpChg chg="del mod replId">
          <ac:chgData name="Quang Hao" userId="43c94eade7a1fba8" providerId="LiveId" clId="{29A7A66F-1FFE-40D6-BD48-BC753ABCF831}" dt="2026-05-12T04:11:30.168" v="1" actId="26606"/>
          <ac:grpSpMkLst>
            <pc:docMk/>
            <pc:sldMk cId="0" sldId="285"/>
            <ac:grpSpMk id="9" creationId="{00000000-0000-0000-0000-000000000000}"/>
          </ac:grpSpMkLst>
        </pc:grpChg>
        <pc:cxnChg chg="mod replId">
          <ac:chgData name="Quang Hao" userId="43c94eade7a1fba8" providerId="LiveId" clId="{29A7A66F-1FFE-40D6-BD48-BC753ABCF831}" dt="2026-05-12T04:11:30.128" v="0" actId="26606"/>
          <ac:cxnSpMkLst>
            <pc:docMk/>
            <pc:sldMk cId="0" sldId="285"/>
            <ac:cxnSpMk id="8" creationId="{00000000-0000-0000-0000-000000000000}"/>
          </ac:cxnSpMkLst>
        </pc:cxnChg>
      </pc:sldChg>
      <pc:sldChg chg="modSp mod">
        <pc:chgData name="Quang Hao" userId="43c94eade7a1fba8" providerId="LiveId" clId="{29A7A66F-1FFE-40D6-BD48-BC753ABCF831}" dt="2026-05-12T04:11:30.168" v="1" actId="26606"/>
        <pc:sldMkLst>
          <pc:docMk/>
          <pc:sldMk cId="0" sldId="287"/>
        </pc:sldMkLst>
        <pc:spChg chg="mod">
          <ac:chgData name="Quang Hao" userId="43c94eade7a1fba8" providerId="LiveId" clId="{29A7A66F-1FFE-40D6-BD48-BC753ABCF831}" dt="2026-05-12T04:11:30.168" v="1" actId="26606"/>
          <ac:spMkLst>
            <pc:docMk/>
            <pc:sldMk cId="0" sldId="287"/>
            <ac:spMk id="5" creationId="{00000000-0000-0000-0000-000000000000}"/>
          </ac:spMkLst>
        </pc:spChg>
        <pc:spChg chg="mod">
          <ac:chgData name="Quang Hao" userId="43c94eade7a1fba8" providerId="LiveId" clId="{29A7A66F-1FFE-40D6-BD48-BC753ABCF831}" dt="2026-05-12T04:11:30.168" v="1" actId="26606"/>
          <ac:spMkLst>
            <pc:docMk/>
            <pc:sldMk cId="0" sldId="287"/>
            <ac:spMk id="141" creationId="{00000000-0000-0000-0000-000000000000}"/>
          </ac:spMkLst>
        </pc:spChg>
        <pc:picChg chg="mod">
          <ac:chgData name="Quang Hao" userId="43c94eade7a1fba8" providerId="LiveId" clId="{29A7A66F-1FFE-40D6-BD48-BC753ABCF831}" dt="2026-05-12T04:11:30.168" v="1" actId="26606"/>
          <ac:picMkLst>
            <pc:docMk/>
            <pc:sldMk cId="0" sldId="287"/>
            <ac:picMk id="16" creationId="{00000000-0000-0000-0000-000000000000}"/>
          </ac:picMkLst>
        </pc:picChg>
      </pc:sldChg>
      <pc:sldChg chg="modSp mod">
        <pc:chgData name="Quang Hao" userId="43c94eade7a1fba8" providerId="LiveId" clId="{29A7A66F-1FFE-40D6-BD48-BC753ABCF831}" dt="2026-05-12T04:11:30.168" v="1" actId="26606"/>
        <pc:sldMkLst>
          <pc:docMk/>
          <pc:sldMk cId="0" sldId="288"/>
        </pc:sldMkLst>
        <pc:spChg chg="mod">
          <ac:chgData name="Quang Hao" userId="43c94eade7a1fba8" providerId="LiveId" clId="{29A7A66F-1FFE-40D6-BD48-BC753ABCF831}" dt="2026-05-12T04:11:30.168" v="1" actId="26606"/>
          <ac:spMkLst>
            <pc:docMk/>
            <pc:sldMk cId="0" sldId="288"/>
            <ac:spMk id="5" creationId="{00000000-0000-0000-0000-000000000000}"/>
          </ac:spMkLst>
        </pc:spChg>
        <pc:spChg chg="mod">
          <ac:chgData name="Quang Hao" userId="43c94eade7a1fba8" providerId="LiveId" clId="{29A7A66F-1FFE-40D6-BD48-BC753ABCF831}" dt="2026-05-12T04:11:30.168" v="1" actId="26606"/>
          <ac:spMkLst>
            <pc:docMk/>
            <pc:sldMk cId="0" sldId="288"/>
            <ac:spMk id="141" creationId="{00000000-0000-0000-0000-000000000000}"/>
          </ac:spMkLst>
        </pc:spChg>
        <pc:picChg chg="mod">
          <ac:chgData name="Quang Hao" userId="43c94eade7a1fba8" providerId="LiveId" clId="{29A7A66F-1FFE-40D6-BD48-BC753ABCF831}" dt="2026-05-12T04:11:30.168" v="1" actId="26606"/>
          <ac:picMkLst>
            <pc:docMk/>
            <pc:sldMk cId="0" sldId="288"/>
            <ac:picMk id="16" creationId="{00000000-0000-0000-0000-000000000000}"/>
          </ac:picMkLst>
        </pc:picChg>
      </pc:sldChg>
      <pc:sldChg chg="modSp mod">
        <pc:chgData name="Quang Hao" userId="43c94eade7a1fba8" providerId="LiveId" clId="{29A7A66F-1FFE-40D6-BD48-BC753ABCF831}" dt="2026-05-12T04:11:30.168" v="1" actId="26606"/>
        <pc:sldMkLst>
          <pc:docMk/>
          <pc:sldMk cId="0" sldId="289"/>
        </pc:sldMkLst>
        <pc:spChg chg="mod">
          <ac:chgData name="Quang Hao" userId="43c94eade7a1fba8" providerId="LiveId" clId="{29A7A66F-1FFE-40D6-BD48-BC753ABCF831}" dt="2026-05-12T04:11:30.168" v="1" actId="26606"/>
          <ac:spMkLst>
            <pc:docMk/>
            <pc:sldMk cId="0" sldId="289"/>
            <ac:spMk id="5" creationId="{00000000-0000-0000-0000-000000000000}"/>
          </ac:spMkLst>
        </pc:spChg>
        <pc:spChg chg="mod">
          <ac:chgData name="Quang Hao" userId="43c94eade7a1fba8" providerId="LiveId" clId="{29A7A66F-1FFE-40D6-BD48-BC753ABCF831}" dt="2026-05-12T04:11:30.168" v="1" actId="26606"/>
          <ac:spMkLst>
            <pc:docMk/>
            <pc:sldMk cId="0" sldId="289"/>
            <ac:spMk id="141" creationId="{00000000-0000-0000-0000-000000000000}"/>
          </ac:spMkLst>
        </pc:spChg>
        <pc:picChg chg="mod">
          <ac:chgData name="Quang Hao" userId="43c94eade7a1fba8" providerId="LiveId" clId="{29A7A66F-1FFE-40D6-BD48-BC753ABCF831}" dt="2026-05-12T04:11:30.168" v="1" actId="26606"/>
          <ac:picMkLst>
            <pc:docMk/>
            <pc:sldMk cId="0" sldId="289"/>
            <ac:picMk id="16" creationId="{00000000-0000-0000-0000-000000000000}"/>
          </ac:picMkLst>
        </pc:picChg>
      </pc:sldChg>
      <pc:sldChg chg="modSp mod">
        <pc:chgData name="Quang Hao" userId="43c94eade7a1fba8" providerId="LiveId" clId="{29A7A66F-1FFE-40D6-BD48-BC753ABCF831}" dt="2026-05-12T04:11:30.168" v="1" actId="26606"/>
        <pc:sldMkLst>
          <pc:docMk/>
          <pc:sldMk cId="0" sldId="290"/>
        </pc:sldMkLst>
        <pc:spChg chg="mod">
          <ac:chgData name="Quang Hao" userId="43c94eade7a1fba8" providerId="LiveId" clId="{29A7A66F-1FFE-40D6-BD48-BC753ABCF831}" dt="2026-05-12T04:11:30.168" v="1" actId="26606"/>
          <ac:spMkLst>
            <pc:docMk/>
            <pc:sldMk cId="0" sldId="290"/>
            <ac:spMk id="9" creationId="{00000000-0000-0000-0000-000000000000}"/>
          </ac:spMkLst>
        </pc:spChg>
        <pc:spChg chg="mod">
          <ac:chgData name="Quang Hao" userId="43c94eade7a1fba8" providerId="LiveId" clId="{29A7A66F-1FFE-40D6-BD48-BC753ABCF831}" dt="2026-05-12T04:11:30.168" v="1" actId="26606"/>
          <ac:spMkLst>
            <pc:docMk/>
            <pc:sldMk cId="0" sldId="290"/>
            <ac:spMk id="141" creationId="{00000000-0000-0000-0000-000000000000}"/>
          </ac:spMkLst>
        </pc:spChg>
        <pc:picChg chg="mod">
          <ac:chgData name="Quang Hao" userId="43c94eade7a1fba8" providerId="LiveId" clId="{29A7A66F-1FFE-40D6-BD48-BC753ABCF831}" dt="2026-05-12T04:11:30.168" v="1" actId="26606"/>
          <ac:picMkLst>
            <pc:docMk/>
            <pc:sldMk cId="0" sldId="290"/>
            <ac:picMk id="1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a2165d406_0_2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da2165d406_0_2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a2165d406_0_2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da2165d406_0_2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a2165d406_0_2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da2165d406_0_2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a2165d406_0_2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da2165d406_0_2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a2165d406_0_2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da2165d406_0_2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F1F6629-F5FD-422B-A222-E9DBAF0EEAD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1F6629-F5FD-422B-A222-E9DBAF0EEAD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1F6629-F5FD-422B-A222-E9DBAF0EEAD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F1F6629-F5FD-422B-A222-E9DBAF0EEAD1}"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1F6629-F5FD-422B-A222-E9DBAF0EEAD1}"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1F6629-F5FD-422B-A222-E9DBAF0EEAD1}"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1F6629-F5FD-422B-A222-E9DBAF0EEAD1}"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F1F6629-F5FD-422B-A222-E9DBAF0EEAD1}"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F1F6629-F5FD-422B-A222-E9DBAF0EEAD1}"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1F6629-F5FD-422B-A222-E9DBAF0EEAD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1F6629-F5FD-422B-A222-E9DBAF0EEAD1}"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1"/>
        <p:cNvGrpSpPr/>
        <p:nvPr/>
      </p:nvGrpSpPr>
      <p:grpSpPr>
        <a:xfrm>
          <a:off x="0" y="0"/>
          <a:ext cx="0" cy="0"/>
          <a:chOff x="0" y="0"/>
          <a:chExt cx="0" cy="0"/>
        </a:xfrm>
      </p:grpSpPr>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F1F6629-F5FD-422B-A222-E9DBAF0EEAD1}" type="datetimeFigureOut">
              <a:rPr lang="en-US" smtClean="0"/>
              <a:t>5/12/2026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hyperlink" Target="https://btl.hao1337.com/index.html" TargetMode="Externa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33"/>
        <p:cNvGrpSpPr/>
        <p:nvPr/>
      </p:nvGrpSpPr>
      <p:grpSpPr>
        <a:xfrm>
          <a:off x="0" y="0"/>
          <a:ext cx="0" cy="0"/>
          <a:chOff x="0" y="0"/>
          <a:chExt cx="0" cy="0"/>
        </a:xfrm>
      </p:grpSpPr>
      <p:grpSp>
        <p:nvGrpSpPr>
          <p:cNvPr id="5" name="Group 4"/>
          <p:cNvGrpSpPr/>
          <p:nvPr/>
        </p:nvGrpSpPr>
        <p:grpSpPr>
          <a:xfrm>
            <a:off x="125665" y="4142799"/>
            <a:ext cx="4111800" cy="897300"/>
            <a:chOff x="121014" y="3109453"/>
            <a:chExt cx="4111800" cy="897300"/>
          </a:xfrm>
        </p:grpSpPr>
        <p:sp>
          <p:nvSpPr>
            <p:cNvPr id="134" name="Google Shape;134;p13"/>
            <p:cNvSpPr txBox="1"/>
            <p:nvPr/>
          </p:nvSpPr>
          <p:spPr>
            <a:xfrm>
              <a:off x="121014" y="3109453"/>
              <a:ext cx="41118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lt1"/>
                  </a:solidFill>
                  <a:latin typeface="Calibri" panose="020F0502020204030204"/>
                  <a:ea typeface="Calibri" panose="020F0502020204030204"/>
                  <a:cs typeface="Calibri" panose="020F0502020204030204"/>
                  <a:sym typeface="Calibri" panose="020F0502020204030204"/>
                </a:rPr>
                <a:t>Bài Thuyết trình môn HT&amp;CN Web</a:t>
              </a:r>
              <a:endParaRPr sz="1800" b="1">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135" name="Google Shape;135;p13"/>
            <p:cNvSpPr txBox="1"/>
            <p:nvPr/>
          </p:nvSpPr>
          <p:spPr>
            <a:xfrm>
              <a:off x="121014" y="3587953"/>
              <a:ext cx="4111800" cy="41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400" b="1">
                  <a:solidFill>
                    <a:schemeClr val="lt1"/>
                  </a:solidFill>
                  <a:latin typeface="Calibri" panose="020F0502020204030204"/>
                  <a:ea typeface="Calibri" panose="020F0502020204030204"/>
                  <a:cs typeface="Calibri" panose="020F0502020204030204"/>
                  <a:sym typeface="Calibri" panose="020F0502020204030204"/>
                </a:rPr>
                <a:t>Giảng Viên Hướng Dẫn: Phạm Thanh Tùng</a:t>
              </a:r>
            </a:p>
            <a:p>
              <a:pPr marL="0" lvl="0" indent="0" algn="l" rtl="0">
                <a:spcBef>
                  <a:spcPts val="0"/>
                </a:spcBef>
                <a:spcAft>
                  <a:spcPts val="0"/>
                </a:spcAft>
                <a:buNone/>
              </a:pPr>
              <a:endParaRPr sz="1400" b="1">
                <a:solidFill>
                  <a:schemeClr val="lt1"/>
                </a:solidFill>
                <a:latin typeface="Calibri" panose="020F0502020204030204"/>
                <a:ea typeface="Calibri" panose="020F0502020204030204"/>
                <a:cs typeface="Calibri" panose="020F0502020204030204"/>
                <a:sym typeface="Calibri" panose="020F0502020204030204"/>
              </a:endParaRPr>
            </a:p>
          </p:txBody>
        </p:sp>
        <p:cxnSp>
          <p:nvCxnSpPr>
            <p:cNvPr id="3" name="Straight Connector 2"/>
            <p:cNvCxnSpPr/>
            <p:nvPr/>
          </p:nvCxnSpPr>
          <p:spPr>
            <a:xfrm>
              <a:off x="210223" y="3587953"/>
              <a:ext cx="358397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 name="TextBox 5"/>
          <p:cNvSpPr txBox="1"/>
          <p:nvPr/>
        </p:nvSpPr>
        <p:spPr>
          <a:xfrm>
            <a:off x="3022914" y="1708737"/>
            <a:ext cx="6053624" cy="1200329"/>
          </a:xfrm>
          <a:prstGeom prst="rect">
            <a:avLst/>
          </a:prstGeom>
          <a:noFill/>
        </p:spPr>
        <p:txBody>
          <a:bodyPr wrap="square" rtlCol="0">
            <a:spAutoFit/>
          </a:bodyPr>
          <a:lstStyle/>
          <a:p>
            <a:pPr algn="ctr"/>
            <a:r>
              <a:rPr lang="vi-VN" sz="3600" b="1">
                <a:solidFill>
                  <a:schemeClr val="bg1"/>
                </a:solidFill>
                <a:latin typeface="Calibri" panose="020F0502020204030204" pitchFamily="34" charset="0"/>
                <a:cs typeface="Calibri" panose="020F0502020204030204" pitchFamily="34" charset="0"/>
              </a:rPr>
              <a:t>Thiết Kế Và Xây Dựng Website Bán Loa</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33"/>
        <p:cNvGrpSpPr/>
        <p:nvPr/>
      </p:nvGrpSpPr>
      <p:grpSpPr>
        <a:xfrm>
          <a:off x="0" y="0"/>
          <a:ext cx="0" cy="0"/>
          <a:chOff x="0" y="0"/>
          <a:chExt cx="0" cy="0"/>
        </a:xfrm>
      </p:grpSpPr>
      <p:grpSp>
        <p:nvGrpSpPr>
          <p:cNvPr id="5" name="Group 4"/>
          <p:cNvGrpSpPr/>
          <p:nvPr/>
        </p:nvGrpSpPr>
        <p:grpSpPr>
          <a:xfrm>
            <a:off x="125665" y="4154760"/>
            <a:ext cx="4111800" cy="897300"/>
            <a:chOff x="121014" y="3109453"/>
            <a:chExt cx="4111800" cy="897300"/>
          </a:xfrm>
        </p:grpSpPr>
        <p:sp>
          <p:nvSpPr>
            <p:cNvPr id="134" name="Google Shape;134;p13"/>
            <p:cNvSpPr txBox="1"/>
            <p:nvPr/>
          </p:nvSpPr>
          <p:spPr>
            <a:xfrm>
              <a:off x="121014" y="3109453"/>
              <a:ext cx="4111800" cy="47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800" b="1">
                  <a:solidFill>
                    <a:schemeClr val="lt1"/>
                  </a:solidFill>
                  <a:latin typeface="Calibri" panose="02020603050405020304"/>
                  <a:ea typeface="Calibri" panose="02020603050405020304"/>
                  <a:cs typeface="Calibri" panose="02020603050405020304"/>
                  <a:sym typeface="Calibri" panose="02020603050405020304"/>
                </a:rPr>
                <a:t>Bài Thuyết Trình Môn HT&amp;CN Web</a:t>
              </a:r>
              <a:endParaRPr sz="1800" b="1">
                <a:solidFill>
                  <a:schemeClr val="lt1"/>
                </a:solidFill>
                <a:latin typeface="Calibri" panose="02020603050405020304"/>
                <a:ea typeface="Calibri" panose="02020603050405020304"/>
                <a:cs typeface="Calibri" panose="02020603050405020304"/>
                <a:sym typeface="Calibri" panose="02020603050405020304"/>
              </a:endParaRPr>
            </a:p>
          </p:txBody>
        </p:sp>
        <p:sp>
          <p:nvSpPr>
            <p:cNvPr id="135" name="Google Shape;135;p13"/>
            <p:cNvSpPr txBox="1"/>
            <p:nvPr/>
          </p:nvSpPr>
          <p:spPr>
            <a:xfrm>
              <a:off x="121014" y="3587953"/>
              <a:ext cx="4111800" cy="41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400" b="1">
                  <a:solidFill>
                    <a:schemeClr val="lt1"/>
                  </a:solidFill>
                  <a:latin typeface="Calibri" panose="02020603050405020304"/>
                  <a:ea typeface="Calibri" panose="02020603050405020304"/>
                  <a:cs typeface="Calibri" panose="02020603050405020304"/>
                  <a:sym typeface="Calibri" panose="02020603050405020304"/>
                </a:rPr>
                <a:t>Giảng Viên Hướng Dẫn: Phạm Thanh Tùng</a:t>
              </a:r>
            </a:p>
            <a:p>
              <a:pPr marL="0" lvl="0" indent="0" algn="l" rtl="0">
                <a:spcBef>
                  <a:spcPts val="0"/>
                </a:spcBef>
                <a:spcAft>
                  <a:spcPts val="0"/>
                </a:spcAft>
                <a:buNone/>
              </a:pPr>
              <a:endParaRPr sz="1400" b="1">
                <a:solidFill>
                  <a:schemeClr val="lt1"/>
                </a:solidFill>
                <a:latin typeface="Calibri" panose="02020603050405020304"/>
                <a:ea typeface="Calibri" panose="02020603050405020304"/>
                <a:cs typeface="Calibri" panose="02020603050405020304"/>
                <a:sym typeface="Calibri" panose="02020603050405020304"/>
              </a:endParaRPr>
            </a:p>
          </p:txBody>
        </p:sp>
        <p:cxnSp>
          <p:nvCxnSpPr>
            <p:cNvPr id="3" name="Straight Connector 2"/>
            <p:cNvCxnSpPr/>
            <p:nvPr/>
          </p:nvCxnSpPr>
          <p:spPr>
            <a:xfrm>
              <a:off x="210223" y="3587953"/>
              <a:ext cx="313183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extBox 1"/>
          <p:cNvSpPr txBox="1"/>
          <p:nvPr/>
        </p:nvSpPr>
        <p:spPr>
          <a:xfrm>
            <a:off x="2941320" y="1646290"/>
            <a:ext cx="4373880" cy="461665"/>
          </a:xfrm>
          <a:prstGeom prst="rect">
            <a:avLst/>
          </a:prstGeom>
          <a:noFill/>
        </p:spPr>
        <p:txBody>
          <a:bodyPr wrap="square" rtlCol="0">
            <a:spAutoFit/>
          </a:bodyPr>
          <a:lstStyle/>
          <a:p>
            <a:r>
              <a:rPr lang="en-US" sz="2400" b="1">
                <a:solidFill>
                  <a:schemeClr val="bg1"/>
                </a:solidFill>
                <a:latin typeface="Calibri" panose="02020603050405020304" pitchFamily="18" charset="0"/>
                <a:cs typeface="Calibri" panose="02020603050405020304" pitchFamily="18" charset="0"/>
              </a:rPr>
              <a:t>DANH SÁCH THÀNH VIÊN :</a:t>
            </a:r>
          </a:p>
        </p:txBody>
      </p:sp>
      <p:sp>
        <p:nvSpPr>
          <p:cNvPr id="4" name="TextBox 3"/>
          <p:cNvSpPr txBox="1"/>
          <p:nvPr/>
        </p:nvSpPr>
        <p:spPr>
          <a:xfrm>
            <a:off x="3310890" y="1927550"/>
            <a:ext cx="3634740" cy="1476375"/>
          </a:xfrm>
          <a:prstGeom prst="rect">
            <a:avLst/>
          </a:prstGeom>
          <a:noFill/>
        </p:spPr>
        <p:txBody>
          <a:bodyPr wrap="square" rtlCol="0">
            <a:spAutoFit/>
          </a:bodyPr>
          <a:lstStyle/>
          <a:p>
            <a:r>
              <a:rPr lang="en-US">
                <a:solidFill>
                  <a:schemeClr val="bg1"/>
                </a:solidFill>
                <a:latin typeface="Calibri" panose="02020603050405020304" pitchFamily="18" charset="0"/>
                <a:cs typeface="Calibri" panose="02020603050405020304" pitchFamily="18" charset="0"/>
              </a:rPr>
              <a:t>24652241 - Lê Văn Gia Bảo</a:t>
            </a:r>
          </a:p>
          <a:p>
            <a:r>
              <a:rPr lang="en-US">
                <a:solidFill>
                  <a:schemeClr val="bg1"/>
                </a:solidFill>
                <a:latin typeface="Calibri" panose="02020603050405020304" pitchFamily="18" charset="0"/>
                <a:cs typeface="Calibri" panose="02020603050405020304" pitchFamily="18" charset="0"/>
              </a:rPr>
              <a:t>24650021 - Vũ Quang Hào</a:t>
            </a:r>
          </a:p>
          <a:p>
            <a:r>
              <a:rPr lang="en-US">
                <a:solidFill>
                  <a:schemeClr val="bg1"/>
                </a:solidFill>
                <a:latin typeface="Calibri" panose="02020603050405020304" pitchFamily="18" charset="0"/>
                <a:cs typeface="Calibri" panose="02020603050405020304" pitchFamily="18" charset="0"/>
              </a:rPr>
              <a:t>24655751 - Tạ Tô Hầu Hân</a:t>
            </a:r>
          </a:p>
          <a:p>
            <a:r>
              <a:rPr lang="en-US">
                <a:solidFill>
                  <a:schemeClr val="bg1"/>
                </a:solidFill>
                <a:latin typeface="Calibri" panose="02020603050405020304" pitchFamily="18" charset="0"/>
                <a:cs typeface="Calibri" panose="02020603050405020304" pitchFamily="18" charset="0"/>
              </a:rPr>
              <a:t>24645481 - Nguyễn Đức Hậu</a:t>
            </a:r>
          </a:p>
          <a:p>
            <a:r>
              <a:rPr lang="vi-VN" altLang="en-US">
                <a:solidFill>
                  <a:schemeClr val="bg1"/>
                </a:solidFill>
                <a:latin typeface="Calibri" panose="02020603050405020304" pitchFamily="18" charset="0"/>
                <a:cs typeface="Calibri" panose="02020603050405020304" pitchFamily="18" charset="0"/>
              </a:rPr>
              <a:t>24747851</a:t>
            </a:r>
            <a:r>
              <a:rPr lang="en-US">
                <a:solidFill>
                  <a:schemeClr val="bg1"/>
                </a:solidFill>
                <a:latin typeface="Calibri" panose="02020603050405020304" pitchFamily="18" charset="0"/>
                <a:cs typeface="Calibri" panose="02020603050405020304" pitchFamily="18" charset="0"/>
              </a:rPr>
              <a:t> - Ng</a:t>
            </a:r>
            <a:r>
              <a:rPr lang="vi-VN" altLang="en-US">
                <a:solidFill>
                  <a:schemeClr val="bg1"/>
                </a:solidFill>
                <a:latin typeface="Calibri" panose="02020603050405020304" pitchFamily="18" charset="0"/>
                <a:cs typeface="Calibri" panose="02020603050405020304" pitchFamily="18" charset="0"/>
              </a:rPr>
              <a:t>uyễn Văn Hòa</a:t>
            </a:r>
          </a:p>
        </p:txBody>
      </p:sp>
    </p:spTree>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1" fill="hold" grpId="0" nodeType="withEffect">
                                  <p:stCondLst>
                                    <p:cond delay="25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6" name="Picture 15" descr="A black rectangle with white text  AI-generated content may be incorrect."/>
          <p:cNvPicPr>
            <a:picLocks noChangeAspect="1"/>
          </p:cNvPicPr>
          <p:nvPr/>
        </p:nvPicPr>
        <p:blipFill>
          <a:blip r:embed="rId3"/>
          <a:stretch>
            <a:fillRect/>
          </a:stretch>
        </p:blipFill>
        <p:spPr>
          <a:xfrm>
            <a:off x="0" y="0"/>
            <a:ext cx="9172404" cy="5143500"/>
          </a:xfrm>
          <a:prstGeom prst="rect">
            <a:avLst/>
          </a:prstGeom>
        </p:spPr>
      </p:pic>
      <p:sp>
        <p:nvSpPr>
          <p:cNvPr id="141" name="Google Shape;141;p14"/>
          <p:cNvSpPr txBox="1"/>
          <p:nvPr/>
        </p:nvSpPr>
        <p:spPr>
          <a:xfrm>
            <a:off x="0" y="405228"/>
            <a:ext cx="9144000" cy="605700"/>
          </a:xfrm>
          <a:prstGeom prst="rect">
            <a:avLst/>
          </a:prstGeom>
          <a:noFill/>
          <a:ln>
            <a:noFill/>
          </a:ln>
        </p:spPr>
        <p:txBody>
          <a:bodyPr spcFirstLastPara="1" wrap="square" lIns="91425" tIns="91425" rIns="91425" bIns="91425" anchor="t" anchorCtr="0">
            <a:noAutofit/>
          </a:bodyPr>
          <a:lstStyle/>
          <a:p>
            <a:pPr marL="457200" lvl="0" indent="-374650" algn="ctr" rtl="0">
              <a:spcBef>
                <a:spcPts val="0"/>
              </a:spcBef>
              <a:spcAft>
                <a:spcPts val="0"/>
              </a:spcAft>
              <a:buClr>
                <a:schemeClr val="bg1"/>
              </a:buClr>
              <a:buSzPts val="2300"/>
              <a:buFont typeface="Calibri" panose="02020603050405020304"/>
              <a:buAutoNum type="romanUcPeriod"/>
            </a:pPr>
            <a:r>
              <a:rPr lang="en-US" sz="2300" b="1">
                <a:solidFill>
                  <a:schemeClr val="bg1"/>
                </a:solidFill>
                <a:latin typeface="Calibri" panose="02020603050405020304"/>
                <a:ea typeface="Calibri" panose="02020603050405020304"/>
                <a:cs typeface="Calibri" panose="02020603050405020304"/>
                <a:sym typeface="Calibri" panose="02020603050405020304"/>
              </a:rPr>
              <a:t>Thực Trạng &amp; Vấn Đề Hiện Tại</a:t>
            </a:r>
          </a:p>
        </p:txBody>
      </p:sp>
      <p:sp>
        <p:nvSpPr>
          <p:cNvPr id="5" name="TextBox 4"/>
          <p:cNvSpPr txBox="1"/>
          <p:nvPr/>
        </p:nvSpPr>
        <p:spPr>
          <a:xfrm>
            <a:off x="1256370" y="1417588"/>
            <a:ext cx="6631259" cy="1938992"/>
          </a:xfrm>
          <a:prstGeom prst="rect">
            <a:avLst/>
          </a:prstGeom>
          <a:noFill/>
        </p:spPr>
        <p:txBody>
          <a:bodyPr wrap="square" rtlCol="0">
            <a:spAutoFit/>
          </a:bodyPr>
          <a:lstStyle/>
          <a:p>
            <a:r>
              <a:rPr lang="en-US" sz="2400" b="1">
                <a:solidFill>
                  <a:schemeClr val="bg1"/>
                </a:solidFill>
                <a:latin typeface="Calibri" panose="02020603050405020304" pitchFamily="18" charset="0"/>
                <a:cs typeface="Calibri" panose="02020603050405020304" pitchFamily="18" charset="0"/>
              </a:rPr>
              <a:t>-</a:t>
            </a:r>
            <a:r>
              <a:rPr lang="vi-VN" sz="2400" b="1">
                <a:solidFill>
                  <a:schemeClr val="bg1"/>
                </a:solidFill>
                <a:latin typeface="Calibri" panose="02020603050405020304" pitchFamily="18" charset="0"/>
                <a:cs typeface="Calibri" panose="02020603050405020304" pitchFamily="18" charset="0"/>
              </a:rPr>
              <a:t>Thị trường:</a:t>
            </a:r>
            <a:r>
              <a:rPr lang="vi-VN" sz="2400">
                <a:solidFill>
                  <a:schemeClr val="bg1"/>
                </a:solidFill>
                <a:latin typeface="Calibri" panose="02020603050405020304" pitchFamily="18" charset="0"/>
                <a:cs typeface="Calibri" panose="02020603050405020304" pitchFamily="18" charset="0"/>
              </a:rPr>
              <a:t> Nhu cầu thiết bị âm thanh (loa Bluetooth, loa kiểm âm, soundbar) tăng cao nhưng khách hàng khó so sánh thông số kỹ thuật.</a:t>
            </a:r>
            <a:endParaRPr lang="en-US" sz="2400">
              <a:solidFill>
                <a:schemeClr val="bg1"/>
              </a:solidFill>
              <a:latin typeface="Calibri" panose="02020603050405020304" pitchFamily="18" charset="0"/>
              <a:cs typeface="Calibri" panose="02020603050405020304" pitchFamily="18" charset="0"/>
            </a:endParaRPr>
          </a:p>
          <a:p>
            <a:r>
              <a:rPr lang="en-US" sz="2400" b="1">
                <a:solidFill>
                  <a:schemeClr val="bg1"/>
                </a:solidFill>
                <a:latin typeface="Calibri" panose="02020603050405020304" pitchFamily="18" charset="0"/>
                <a:cs typeface="Calibri" panose="02020603050405020304" pitchFamily="18" charset="0"/>
              </a:rPr>
              <a:t>-</a:t>
            </a:r>
            <a:r>
              <a:rPr lang="vi-VN" sz="2400" b="1">
                <a:solidFill>
                  <a:schemeClr val="bg1"/>
                </a:solidFill>
                <a:latin typeface="Calibri" panose="02020603050405020304" pitchFamily="18" charset="0"/>
                <a:cs typeface="Calibri" panose="02020603050405020304" pitchFamily="18" charset="0"/>
              </a:rPr>
              <a:t>Trải nghiệm người dùng:</a:t>
            </a:r>
            <a:r>
              <a:rPr lang="vi-VN" sz="2400">
                <a:solidFill>
                  <a:schemeClr val="bg1"/>
                </a:solidFill>
                <a:latin typeface="Calibri" panose="02020603050405020304" pitchFamily="18" charset="0"/>
                <a:cs typeface="Calibri" panose="02020603050405020304" pitchFamily="18" charset="0"/>
              </a:rPr>
              <a:t> Nhiều trang web hiện nay có giao diện quá cũ kỹ, không tối ưu trên điện thoại</a:t>
            </a:r>
            <a:endParaRPr lang="en-US" sz="2400">
              <a:solidFill>
                <a:schemeClr val="bg1"/>
              </a:solidFill>
              <a:latin typeface="Calibri" panose="02020603050405020304" pitchFamily="18" charset="0"/>
              <a:cs typeface="Calibri"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6" name="Picture 15" descr="A black rectangle with white text  AI-generated content may be incorrect."/>
          <p:cNvPicPr>
            <a:picLocks noChangeAspect="1"/>
          </p:cNvPicPr>
          <p:nvPr/>
        </p:nvPicPr>
        <p:blipFill>
          <a:blip r:embed="rId3"/>
          <a:stretch>
            <a:fillRect/>
          </a:stretch>
        </p:blipFill>
        <p:spPr>
          <a:xfrm>
            <a:off x="0" y="0"/>
            <a:ext cx="9172404" cy="5143500"/>
          </a:xfrm>
          <a:prstGeom prst="rect">
            <a:avLst/>
          </a:prstGeom>
        </p:spPr>
      </p:pic>
      <p:sp>
        <p:nvSpPr>
          <p:cNvPr id="141" name="Google Shape;141;p14"/>
          <p:cNvSpPr txBox="1"/>
          <p:nvPr/>
        </p:nvSpPr>
        <p:spPr>
          <a:xfrm>
            <a:off x="0" y="405228"/>
            <a:ext cx="9144000" cy="605700"/>
          </a:xfrm>
          <a:prstGeom prst="rect">
            <a:avLst/>
          </a:prstGeom>
          <a:noFill/>
          <a:ln>
            <a:noFill/>
          </a:ln>
        </p:spPr>
        <p:txBody>
          <a:bodyPr spcFirstLastPara="1" wrap="square" lIns="91425" tIns="91425" rIns="91425" bIns="91425" anchor="t" anchorCtr="0">
            <a:noAutofit/>
          </a:bodyPr>
          <a:lstStyle/>
          <a:p>
            <a:pPr marL="82550" lvl="0" algn="ctr" rtl="0">
              <a:spcBef>
                <a:spcPts val="0"/>
              </a:spcBef>
              <a:spcAft>
                <a:spcPts val="0"/>
              </a:spcAft>
              <a:buClr>
                <a:schemeClr val="bg1"/>
              </a:buClr>
              <a:buSzPts val="2300"/>
            </a:pPr>
            <a:r>
              <a:rPr lang="en-US" sz="2300" b="1">
                <a:solidFill>
                  <a:schemeClr val="bg1"/>
                </a:solidFill>
                <a:latin typeface="Calibri" panose="02020603050405020304"/>
                <a:ea typeface="Calibri" panose="02020603050405020304"/>
                <a:cs typeface="Calibri" panose="02020603050405020304"/>
                <a:sym typeface="Calibri" panose="02020603050405020304"/>
              </a:rPr>
              <a:t>II. Lý Do Chọn Đề Tài</a:t>
            </a:r>
          </a:p>
        </p:txBody>
      </p:sp>
      <p:sp>
        <p:nvSpPr>
          <p:cNvPr id="5" name="TextBox 4"/>
          <p:cNvSpPr txBox="1"/>
          <p:nvPr/>
        </p:nvSpPr>
        <p:spPr>
          <a:xfrm>
            <a:off x="1270572" y="1416156"/>
            <a:ext cx="6631259" cy="1938992"/>
          </a:xfrm>
          <a:prstGeom prst="rect">
            <a:avLst/>
          </a:prstGeom>
          <a:noFill/>
        </p:spPr>
        <p:txBody>
          <a:bodyPr wrap="square" rtlCol="0">
            <a:spAutoFit/>
          </a:bodyPr>
          <a:lstStyle/>
          <a:p>
            <a:r>
              <a:rPr lang="en-US" sz="2000">
                <a:solidFill>
                  <a:schemeClr val="bg1"/>
                </a:solidFill>
                <a:latin typeface="+mj-lt"/>
              </a:rPr>
              <a:t>       </a:t>
            </a:r>
            <a:r>
              <a:rPr lang="vi-VN" sz="2000">
                <a:solidFill>
                  <a:schemeClr val="bg1"/>
                </a:solidFill>
                <a:latin typeface="+mj-lt"/>
              </a:rPr>
              <a:t>Đề tài được xác định thông qua phương thức bốc thăm tập trung. Tuy là một sự lựa chọn ngẫu nhiên, nhưng trang web bán sản phẩm công nghệ như loa lại rất phù hợp để triển khai các kỹ thuật Frontend hiện đại (như Flexbox và Grid), giúp tối ưu hóa việc trưng bày sản phẩm theo lưới, đúng với mục tiêu học tập và rèn luyện kỹ năng của tôi.</a:t>
            </a:r>
            <a:endParaRPr lang="en-US" sz="2000">
              <a:solidFill>
                <a:schemeClr val="bg1"/>
              </a:solidFill>
              <a:latin typeface="+mj-lt"/>
              <a:cs typeface="Calibri"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6" name="Picture 15" descr="A black rectangle with white text  AI-generated content may be incorrect."/>
          <p:cNvPicPr>
            <a:picLocks noChangeAspect="1"/>
          </p:cNvPicPr>
          <p:nvPr/>
        </p:nvPicPr>
        <p:blipFill>
          <a:blip r:embed="rId3"/>
          <a:stretch>
            <a:fillRect/>
          </a:stretch>
        </p:blipFill>
        <p:spPr>
          <a:xfrm>
            <a:off x="0" y="0"/>
            <a:ext cx="9172404" cy="5143500"/>
          </a:xfrm>
          <a:prstGeom prst="rect">
            <a:avLst/>
          </a:prstGeom>
        </p:spPr>
      </p:pic>
      <p:sp>
        <p:nvSpPr>
          <p:cNvPr id="141" name="Google Shape;141;p14"/>
          <p:cNvSpPr txBox="1"/>
          <p:nvPr/>
        </p:nvSpPr>
        <p:spPr>
          <a:xfrm>
            <a:off x="0" y="405228"/>
            <a:ext cx="9144000" cy="605700"/>
          </a:xfrm>
          <a:prstGeom prst="rect">
            <a:avLst/>
          </a:prstGeom>
          <a:noFill/>
          <a:ln>
            <a:noFill/>
          </a:ln>
        </p:spPr>
        <p:txBody>
          <a:bodyPr spcFirstLastPara="1" wrap="square" lIns="91425" tIns="91425" rIns="91425" bIns="91425" anchor="t" anchorCtr="0">
            <a:noAutofit/>
          </a:bodyPr>
          <a:lstStyle/>
          <a:p>
            <a:pPr marL="82550" lvl="0" algn="ctr" rtl="0">
              <a:spcBef>
                <a:spcPts val="0"/>
              </a:spcBef>
              <a:spcAft>
                <a:spcPts val="0"/>
              </a:spcAft>
              <a:buClr>
                <a:schemeClr val="bg1"/>
              </a:buClr>
              <a:buSzPts val="2300"/>
            </a:pPr>
            <a:r>
              <a:rPr lang="en-US" sz="2300" b="1">
                <a:solidFill>
                  <a:schemeClr val="bg1"/>
                </a:solidFill>
                <a:latin typeface="Calibri" panose="02020603050405020304"/>
                <a:ea typeface="Calibri" panose="02020603050405020304"/>
                <a:cs typeface="Calibri" panose="02020603050405020304"/>
                <a:sym typeface="Calibri" panose="02020603050405020304"/>
              </a:rPr>
              <a:t>III. Mô Tả Bài Toán :</a:t>
            </a:r>
          </a:p>
        </p:txBody>
      </p:sp>
      <p:sp>
        <p:nvSpPr>
          <p:cNvPr id="5" name="TextBox 4"/>
          <p:cNvSpPr txBox="1"/>
          <p:nvPr/>
        </p:nvSpPr>
        <p:spPr>
          <a:xfrm>
            <a:off x="396727" y="1416156"/>
            <a:ext cx="8378950" cy="3108543"/>
          </a:xfrm>
          <a:prstGeom prst="rect">
            <a:avLst/>
          </a:prstGeom>
          <a:noFill/>
        </p:spPr>
        <p:txBody>
          <a:bodyPr wrap="square" rtlCol="0">
            <a:spAutoFit/>
          </a:bodyPr>
          <a:lstStyle/>
          <a:p>
            <a:r>
              <a:rPr lang="en-US" sz="1400">
                <a:solidFill>
                  <a:schemeClr val="bg1"/>
                </a:solidFill>
                <a:latin typeface="Calibri" panose="02020603050405020304" pitchFamily="18" charset="0"/>
                <a:cs typeface="Calibri" panose="02020603050405020304" pitchFamily="18" charset="0"/>
              </a:rPr>
              <a:t>-</a:t>
            </a:r>
            <a:r>
              <a:rPr lang="vi-VN" sz="1400">
                <a:solidFill>
                  <a:schemeClr val="bg1"/>
                </a:solidFill>
                <a:latin typeface="Calibri" panose="02020603050405020304" pitchFamily="18" charset="0"/>
                <a:cs typeface="Calibri" panose="02020603050405020304" pitchFamily="18" charset="0"/>
              </a:rPr>
              <a:t>Xây dựng hệ thống mua bán loa trực tuyến trên website, giúp người dùng có thể dễ dàng đặt mua loa từ xa, qua đó giúp người bán có thể thu hút nhiều tệp khách hàng hơn.</a:t>
            </a:r>
            <a:endParaRPr lang="en-US" sz="1400">
              <a:solidFill>
                <a:schemeClr val="bg1"/>
              </a:solidFill>
              <a:latin typeface="Calibri" panose="02020603050405020304" pitchFamily="18" charset="0"/>
              <a:cs typeface="Calibri" panose="02020603050405020304" pitchFamily="18" charset="0"/>
            </a:endParaRPr>
          </a:p>
          <a:p>
            <a:endParaRPr lang="en-US" sz="1400">
              <a:solidFill>
                <a:schemeClr val="bg1"/>
              </a:solidFill>
              <a:latin typeface="Calibri" panose="02020603050405020304" pitchFamily="18" charset="0"/>
              <a:cs typeface="Calibri" panose="02020603050405020304" pitchFamily="18" charset="0"/>
            </a:endParaRPr>
          </a:p>
          <a:p>
            <a:r>
              <a:rPr lang="en-US" sz="1400">
                <a:solidFill>
                  <a:schemeClr val="bg1"/>
                </a:solidFill>
                <a:latin typeface="Calibri" panose="02020603050405020304" pitchFamily="18" charset="0"/>
                <a:cs typeface="Calibri" panose="02020603050405020304" pitchFamily="18" charset="0"/>
              </a:rPr>
              <a:t>-</a:t>
            </a:r>
            <a:r>
              <a:rPr lang="en-US" sz="1400" b="0" i="0">
                <a:solidFill>
                  <a:schemeClr val="bg1"/>
                </a:solidFill>
                <a:effectLst/>
                <a:latin typeface="Calibri" panose="02020603050405020304" pitchFamily="18" charset="0"/>
                <a:cs typeface="Calibri" panose="02020603050405020304" pitchFamily="18" charset="0"/>
              </a:rPr>
              <a:t>Hệ thống đảm bảo thông tin riêng của từng khách hàng qua hệ thống đăng nhập, khách hàng có thể xem sản phẩm bày bán qua các trang mô tả và tiến hành đặt hàng, thanh toán.</a:t>
            </a:r>
          </a:p>
          <a:p>
            <a:endParaRPr lang="en-US" sz="1400" b="0" i="0">
              <a:solidFill>
                <a:schemeClr val="bg1"/>
              </a:solidFill>
              <a:effectLst/>
              <a:latin typeface="Calibri" panose="02020603050405020304" pitchFamily="18" charset="0"/>
              <a:cs typeface="Calibri" panose="02020603050405020304" pitchFamily="18" charset="0"/>
            </a:endParaRPr>
          </a:p>
          <a:p>
            <a:r>
              <a:rPr lang="en-US" sz="1400">
                <a:solidFill>
                  <a:schemeClr val="bg1"/>
                </a:solidFill>
                <a:latin typeface="Calibri" panose="02020603050405020304" pitchFamily="18" charset="0"/>
                <a:cs typeface="Calibri" panose="02020603050405020304" pitchFamily="18" charset="0"/>
              </a:rPr>
              <a:t>-</a:t>
            </a:r>
            <a:r>
              <a:rPr lang="vi-VN" sz="1400" b="0" i="0">
                <a:solidFill>
                  <a:schemeClr val="bg1"/>
                </a:solidFill>
                <a:effectLst/>
                <a:latin typeface="Calibri" panose="02020603050405020304" pitchFamily="18" charset="0"/>
                <a:cs typeface="Calibri" panose="02020603050405020304" pitchFamily="18" charset="0"/>
              </a:rPr>
              <a:t>Hệ thống có chức năng hiển thị mô tả danh sách sản phẩm được người bán quản lý, giá bán của các sản phẩm; lưu thông tin đăng nhập, phiên đăng nhập, của khách hàng, hóa đơn trực tuyến.</a:t>
            </a:r>
            <a:endParaRPr lang="en-US" sz="1400" b="0" i="0">
              <a:solidFill>
                <a:schemeClr val="bg1"/>
              </a:solidFill>
              <a:effectLst/>
              <a:latin typeface="Calibri" panose="02020603050405020304" pitchFamily="18" charset="0"/>
              <a:cs typeface="Calibri" panose="02020603050405020304" pitchFamily="18" charset="0"/>
            </a:endParaRPr>
          </a:p>
          <a:p>
            <a:endParaRPr lang="en-US" sz="1400" b="0" i="0">
              <a:solidFill>
                <a:schemeClr val="bg1"/>
              </a:solidFill>
              <a:effectLst/>
              <a:latin typeface="Calibri" panose="02020603050405020304" pitchFamily="18" charset="0"/>
              <a:cs typeface="Calibri" panose="02020603050405020304" pitchFamily="18" charset="0"/>
            </a:endParaRPr>
          </a:p>
          <a:p>
            <a:r>
              <a:rPr lang="en-US" sz="1400">
                <a:solidFill>
                  <a:schemeClr val="bg1"/>
                </a:solidFill>
                <a:latin typeface="Calibri" panose="02020603050405020304" pitchFamily="18" charset="0"/>
                <a:cs typeface="Calibri" panose="02020603050405020304" pitchFamily="18" charset="0"/>
              </a:rPr>
              <a:t>-</a:t>
            </a:r>
            <a:r>
              <a:rPr lang="vi-VN" sz="1400" b="0" i="0">
                <a:solidFill>
                  <a:schemeClr val="bg1"/>
                </a:solidFill>
                <a:effectLst/>
                <a:latin typeface="Calibri" panose="02020603050405020304" pitchFamily="18" charset="0"/>
                <a:cs typeface="Calibri" panose="02020603050405020304" pitchFamily="18" charset="0"/>
              </a:rPr>
              <a:t>Người quản lý có thể xem thông tin đơn hàng của khách hàng, thông tin cá nhân (địa chỉ, số điện thoại,...) được khách hàng cung cấp để tiến hành giao hàng, quản lý thông tin khách hàng thông qua lưu trữ của hệ thống. </a:t>
            </a:r>
            <a:endParaRPr lang="en-US" sz="1400" b="0" i="0">
              <a:solidFill>
                <a:schemeClr val="bg1"/>
              </a:solidFill>
              <a:effectLst/>
              <a:latin typeface="Calibri" panose="02020603050405020304" pitchFamily="18" charset="0"/>
              <a:cs typeface="Calibri" panose="02020603050405020304" pitchFamily="18" charset="0"/>
            </a:endParaRPr>
          </a:p>
          <a:p>
            <a:endParaRPr lang="en-US" sz="1400" b="0" i="0">
              <a:solidFill>
                <a:schemeClr val="bg1"/>
              </a:solidFill>
              <a:effectLst/>
              <a:latin typeface="Calibri" panose="02020603050405020304" pitchFamily="18" charset="0"/>
              <a:cs typeface="Calibri" panose="02020603050405020304" pitchFamily="18" charset="0"/>
            </a:endParaRPr>
          </a:p>
          <a:p>
            <a:r>
              <a:rPr lang="en-US" sz="1400" b="0" i="0">
                <a:solidFill>
                  <a:schemeClr val="bg1"/>
                </a:solidFill>
                <a:effectLst/>
                <a:latin typeface="Calibri" panose="02020603050405020304" pitchFamily="18" charset="0"/>
                <a:cs typeface="Calibri" panose="02020603050405020304" pitchFamily="18" charset="0"/>
              </a:rPr>
              <a:t>-</a:t>
            </a:r>
            <a:r>
              <a:rPr lang="vi-VN" sz="1400" b="0" i="0">
                <a:solidFill>
                  <a:schemeClr val="bg1"/>
                </a:solidFill>
                <a:effectLst/>
                <a:latin typeface="Calibri" panose="02020603050405020304" pitchFamily="18" charset="0"/>
                <a:cs typeface="Calibri" panose="02020603050405020304" pitchFamily="18" charset="0"/>
              </a:rPr>
              <a:t>Hệ thống được thiết kế đơn giản, dễ dùng để người dùng có thể dễ dàng tiến hành đặt hàng, người bán có thể dễ dàng quản lý các đơn hàng của mình, nhưng vẫn đảm bảo được tính thẩm mĩ của trang web.</a:t>
            </a:r>
            <a:endParaRPr lang="en-US" sz="1400" b="0" i="0">
              <a:solidFill>
                <a:schemeClr val="bg1"/>
              </a:solidFill>
              <a:effectLst/>
              <a:latin typeface="Calibri" panose="02020603050405020304" pitchFamily="18" charset="0"/>
              <a:cs typeface="Calibri"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6" name="Picture 15" descr="A black rectangle with white text  AI-generated content may be incorrect."/>
          <p:cNvPicPr>
            <a:picLocks noChangeAspect="1"/>
          </p:cNvPicPr>
          <p:nvPr/>
        </p:nvPicPr>
        <p:blipFill>
          <a:blip r:embed="rId3"/>
          <a:stretch>
            <a:fillRect/>
          </a:stretch>
        </p:blipFill>
        <p:spPr>
          <a:xfrm>
            <a:off x="0" y="0"/>
            <a:ext cx="9172404" cy="5143500"/>
          </a:xfrm>
          <a:prstGeom prst="rect">
            <a:avLst/>
          </a:prstGeom>
        </p:spPr>
      </p:pic>
      <p:sp>
        <p:nvSpPr>
          <p:cNvPr id="141" name="Google Shape;141;p14"/>
          <p:cNvSpPr txBox="1"/>
          <p:nvPr/>
        </p:nvSpPr>
        <p:spPr>
          <a:xfrm>
            <a:off x="0" y="405228"/>
            <a:ext cx="9144000" cy="605700"/>
          </a:xfrm>
          <a:prstGeom prst="rect">
            <a:avLst/>
          </a:prstGeom>
          <a:noFill/>
          <a:ln>
            <a:noFill/>
          </a:ln>
        </p:spPr>
        <p:txBody>
          <a:bodyPr spcFirstLastPara="1" wrap="square" lIns="91425" tIns="91425" rIns="91425" bIns="91425" anchor="t" anchorCtr="0">
            <a:noAutofit/>
          </a:bodyPr>
          <a:lstStyle/>
          <a:p>
            <a:pPr marL="82550" lvl="0" algn="ctr" rtl="0">
              <a:spcBef>
                <a:spcPts val="0"/>
              </a:spcBef>
              <a:spcAft>
                <a:spcPts val="0"/>
              </a:spcAft>
              <a:buClr>
                <a:schemeClr val="bg1"/>
              </a:buClr>
              <a:buSzPts val="2300"/>
            </a:pPr>
            <a:r>
              <a:rPr lang="vi-VN" sz="2300" b="1">
                <a:solidFill>
                  <a:schemeClr val="bg1"/>
                </a:solidFill>
                <a:latin typeface="Calibri" panose="02020603050405020304"/>
                <a:ea typeface="Calibri" panose="02020603050405020304"/>
                <a:cs typeface="Calibri" panose="02020603050405020304"/>
                <a:sym typeface="Calibri" panose="02020603050405020304"/>
              </a:rPr>
              <a:t>IV. Phạm Vi Báo Cáo và Cơ Sở Lý Luận</a:t>
            </a:r>
          </a:p>
        </p:txBody>
      </p:sp>
      <p:sp>
        <p:nvSpPr>
          <p:cNvPr id="5" name="TextBox 4"/>
          <p:cNvSpPr txBox="1"/>
          <p:nvPr/>
        </p:nvSpPr>
        <p:spPr>
          <a:xfrm>
            <a:off x="1270572" y="1416156"/>
            <a:ext cx="6631259" cy="2800767"/>
          </a:xfrm>
          <a:prstGeom prst="rect">
            <a:avLst/>
          </a:prstGeom>
          <a:noFill/>
        </p:spPr>
        <p:txBody>
          <a:bodyPr wrap="square" rtlCol="0">
            <a:spAutoFit/>
          </a:bodyPr>
          <a:lstStyle/>
          <a:p>
            <a:pPr marL="342900" indent="-342900">
              <a:buFontTx/>
              <a:buChar char="-"/>
            </a:pPr>
            <a:r>
              <a:rPr lang="en-US" sz="1600">
                <a:solidFill>
                  <a:schemeClr val="bg1"/>
                </a:solidFill>
                <a:latin typeface="+mj-lt"/>
                <a:cs typeface="Calibri" panose="02020603050405020304" pitchFamily="18" charset="0"/>
              </a:rPr>
              <a:t>Dùng những kiến thức đã được học ở trên lớp :</a:t>
            </a:r>
          </a:p>
          <a:p>
            <a:r>
              <a:rPr lang="en-US" sz="1600">
                <a:solidFill>
                  <a:schemeClr val="bg1"/>
                </a:solidFill>
                <a:latin typeface="+mj-lt"/>
                <a:cs typeface="Calibri" panose="02020603050405020304" pitchFamily="18" charset="0"/>
              </a:rPr>
              <a:t>	+HTML (Cấu Trúc)</a:t>
            </a:r>
          </a:p>
          <a:p>
            <a:r>
              <a:rPr lang="en-US" sz="1600">
                <a:solidFill>
                  <a:schemeClr val="bg1"/>
                </a:solidFill>
                <a:latin typeface="+mj-lt"/>
                <a:cs typeface="Calibri" panose="02020603050405020304" pitchFamily="18" charset="0"/>
              </a:rPr>
              <a:t>	+CSS (Định Dạng và Layout)</a:t>
            </a:r>
          </a:p>
          <a:p>
            <a:r>
              <a:rPr lang="en-US" sz="1600">
                <a:solidFill>
                  <a:schemeClr val="bg1"/>
                </a:solidFill>
                <a:latin typeface="+mj-lt"/>
                <a:cs typeface="Calibri" panose="02020603050405020304" pitchFamily="18" charset="0"/>
              </a:rPr>
              <a:t>	+JavaScript (Xử lý sự kiện cơ bản)</a:t>
            </a:r>
          </a:p>
          <a:p>
            <a:pPr marL="342900" indent="-342900">
              <a:buFontTx/>
              <a:buChar char="-"/>
            </a:pPr>
            <a:r>
              <a:rPr lang="en-US" sz="1600">
                <a:solidFill>
                  <a:schemeClr val="bg1"/>
                </a:solidFill>
                <a:latin typeface="+mj-lt"/>
                <a:cs typeface="Calibri" panose="02020603050405020304" pitchFamily="18" charset="0"/>
              </a:rPr>
              <a:t>Tính năng trang web:</a:t>
            </a:r>
          </a:p>
          <a:p>
            <a:r>
              <a:rPr lang="en-US" sz="1600">
                <a:solidFill>
                  <a:schemeClr val="bg1"/>
                </a:solidFill>
                <a:latin typeface="+mj-lt"/>
                <a:cs typeface="Calibri" panose="02020603050405020304" pitchFamily="18" charset="0"/>
              </a:rPr>
              <a:t>	+Trang chủ (Trưng bày sản phẩm nổi bật)</a:t>
            </a:r>
          </a:p>
          <a:p>
            <a:r>
              <a:rPr lang="en-US" sz="1600">
                <a:solidFill>
                  <a:schemeClr val="bg1"/>
                </a:solidFill>
                <a:latin typeface="+mj-lt"/>
                <a:cs typeface="Calibri" panose="02020603050405020304" pitchFamily="18" charset="0"/>
              </a:rPr>
              <a:t>	+Danh mục sản phẩm (Bộ lọc theo loại sản phẩm)</a:t>
            </a:r>
          </a:p>
          <a:p>
            <a:r>
              <a:rPr lang="en-US" sz="1600">
                <a:solidFill>
                  <a:schemeClr val="bg1"/>
                </a:solidFill>
                <a:latin typeface="+mj-lt"/>
                <a:cs typeface="Calibri" panose="02020603050405020304" pitchFamily="18" charset="0"/>
              </a:rPr>
              <a:t>	+Chi tiết sản phẩm (Mô tả, thông số kỹ thuật, giá cả)</a:t>
            </a:r>
          </a:p>
          <a:p>
            <a:r>
              <a:rPr lang="en-US" sz="1600">
                <a:solidFill>
                  <a:schemeClr val="bg1"/>
                </a:solidFill>
                <a:latin typeface="+mj-lt"/>
                <a:cs typeface="Calibri" panose="02020603050405020304" pitchFamily="18" charset="0"/>
              </a:rPr>
              <a:t>	+Giỏ hang và thanh toán</a:t>
            </a:r>
          </a:p>
          <a:p>
            <a:r>
              <a:rPr lang="en-US" sz="1600">
                <a:solidFill>
                  <a:schemeClr val="bg1"/>
                </a:solidFill>
                <a:latin typeface="+mj-lt"/>
                <a:cs typeface="Calibri" panose="02020603050405020304" pitchFamily="18" charset="0"/>
              </a:rPr>
              <a:t>	+Tương thích được trên cả mobile và desktop</a:t>
            </a:r>
          </a:p>
          <a:p>
            <a:endParaRPr lang="en-US" sz="1600">
              <a:solidFill>
                <a:schemeClr val="bg1"/>
              </a:solidFill>
              <a:latin typeface="+mj-lt"/>
              <a:cs typeface="Calibri"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6" name="Picture 15" descr="A black rectangle with white text  AI-generated content may be incorrect."/>
          <p:cNvPicPr>
            <a:picLocks noChangeAspect="1"/>
          </p:cNvPicPr>
          <p:nvPr/>
        </p:nvPicPr>
        <p:blipFill>
          <a:blip r:embed="rId3"/>
          <a:stretch>
            <a:fillRect/>
          </a:stretch>
        </p:blipFill>
        <p:spPr>
          <a:xfrm>
            <a:off x="0" y="0"/>
            <a:ext cx="9172404" cy="5143500"/>
          </a:xfrm>
          <a:prstGeom prst="rect">
            <a:avLst/>
          </a:prstGeom>
        </p:spPr>
      </p:pic>
      <p:sp>
        <p:nvSpPr>
          <p:cNvPr id="141" name="Google Shape;141;p14"/>
          <p:cNvSpPr txBox="1"/>
          <p:nvPr/>
        </p:nvSpPr>
        <p:spPr>
          <a:xfrm>
            <a:off x="0" y="405228"/>
            <a:ext cx="9144000" cy="605700"/>
          </a:xfrm>
          <a:prstGeom prst="rect">
            <a:avLst/>
          </a:prstGeom>
          <a:noFill/>
          <a:ln>
            <a:noFill/>
          </a:ln>
        </p:spPr>
        <p:txBody>
          <a:bodyPr spcFirstLastPara="1" wrap="square" lIns="91425" tIns="91425" rIns="91425" bIns="91425" anchor="t" anchorCtr="0">
            <a:noAutofit/>
          </a:bodyPr>
          <a:lstStyle/>
          <a:p>
            <a:pPr marL="82550" lvl="0" algn="ctr" rtl="0">
              <a:spcBef>
                <a:spcPts val="0"/>
              </a:spcBef>
              <a:spcAft>
                <a:spcPts val="0"/>
              </a:spcAft>
              <a:buClr>
                <a:schemeClr val="bg1"/>
              </a:buClr>
              <a:buSzPts val="2300"/>
            </a:pPr>
            <a:r>
              <a:rPr lang="en-US" sz="2300" b="1">
                <a:solidFill>
                  <a:schemeClr val="bg1"/>
                </a:solidFill>
                <a:latin typeface="Calibri" panose="02020603050405020304"/>
                <a:ea typeface="Calibri" panose="02020603050405020304"/>
                <a:cs typeface="Calibri" panose="02020603050405020304"/>
                <a:sym typeface="Calibri" panose="02020603050405020304"/>
              </a:rPr>
              <a:t>V. Tổng quan sản phẩm :</a:t>
            </a:r>
          </a:p>
        </p:txBody>
      </p:sp>
      <p:pic>
        <p:nvPicPr>
          <p:cNvPr id="3" name="Picture 2"/>
          <p:cNvPicPr>
            <a:picLocks noChangeAspect="1"/>
          </p:cNvPicPr>
          <p:nvPr/>
        </p:nvPicPr>
        <p:blipFill>
          <a:blip r:embed="rId4"/>
          <a:stretch>
            <a:fillRect/>
          </a:stretch>
        </p:blipFill>
        <p:spPr>
          <a:xfrm>
            <a:off x="320076" y="1473473"/>
            <a:ext cx="3570822" cy="1986244"/>
          </a:xfrm>
          <a:prstGeom prst="rect">
            <a:avLst/>
          </a:prstGeom>
        </p:spPr>
      </p:pic>
      <p:pic>
        <p:nvPicPr>
          <p:cNvPr id="8" name="Picture 7"/>
          <p:cNvPicPr>
            <a:picLocks noChangeAspect="1"/>
          </p:cNvPicPr>
          <p:nvPr/>
        </p:nvPicPr>
        <p:blipFill>
          <a:blip r:embed="rId5"/>
          <a:stretch>
            <a:fillRect/>
          </a:stretch>
        </p:blipFill>
        <p:spPr>
          <a:xfrm>
            <a:off x="5012922" y="1473473"/>
            <a:ext cx="3570822" cy="1986244"/>
          </a:xfrm>
          <a:prstGeom prst="rect">
            <a:avLst/>
          </a:prstGeom>
        </p:spPr>
      </p:pic>
      <p:sp>
        <p:nvSpPr>
          <p:cNvPr id="9" name="Google Shape;141;p14">
            <a:hlinkClick r:id="rId6"/>
          </p:cNvPr>
          <p:cNvSpPr txBox="1"/>
          <p:nvPr/>
        </p:nvSpPr>
        <p:spPr>
          <a:xfrm>
            <a:off x="0" y="3998758"/>
            <a:ext cx="9172404" cy="605700"/>
          </a:xfrm>
          <a:prstGeom prst="rect">
            <a:avLst/>
          </a:prstGeom>
          <a:noFill/>
          <a:ln>
            <a:noFill/>
          </a:ln>
        </p:spPr>
        <p:txBody>
          <a:bodyPr spcFirstLastPara="1" wrap="square" lIns="91425" tIns="91425" rIns="91425" bIns="91425" anchor="t" anchorCtr="0">
            <a:noAutofit/>
          </a:bodyPr>
          <a:lstStyle/>
          <a:p>
            <a:pPr marL="82550" lvl="0" algn="ctr" rtl="0">
              <a:spcBef>
                <a:spcPts val="0"/>
              </a:spcBef>
              <a:spcAft>
                <a:spcPts val="0"/>
              </a:spcAft>
              <a:buClr>
                <a:schemeClr val="bg1"/>
              </a:buClr>
              <a:buSzPts val="2300"/>
            </a:pPr>
            <a:r>
              <a:rPr lang="en-US" sz="2300" b="1" u="sng">
                <a:solidFill>
                  <a:schemeClr val="bg1"/>
                </a:solidFill>
                <a:latin typeface="Calibri" panose="02020603050405020304"/>
                <a:ea typeface="Calibri" panose="02020603050405020304"/>
                <a:cs typeface="Calibri" panose="02020603050405020304"/>
                <a:sym typeface="Calibri" panose="02020603050405020304"/>
              </a:rPr>
              <a:t>Xem chi tiết sản phẩm</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586</Words>
  <Application>Microsoft Office PowerPoint</Application>
  <PresentationFormat>On-screen Show (16:9)</PresentationFormat>
  <Paragraphs>39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 Display</vt:lpstr>
      <vt:lpstr>Arial</vt:lpstr>
      <vt:lpstr>Aptos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Quang Hao</cp:lastModifiedBy>
  <cp:revision>16</cp:revision>
  <dcterms:created xsi:type="dcterms:W3CDTF">2026-03-25T11:55:00Z</dcterms:created>
  <dcterms:modified xsi:type="dcterms:W3CDTF">2026-05-12T04:11:40Z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2CF1387D938847BEB27D1CAB9599F6F4_12</vt:lpwstr>
  </property>
  <property fmtid="{D5CDD505-2E9C-101B-9397-08002B2CF9AE}" pid="3" name="KSOProductBuildVer">
    <vt:lpwstr>1033-12.2.0.22530</vt:lpwstr>
  </property>
</Properties>
</file>